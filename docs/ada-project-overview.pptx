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open-source MIT terminal coding agent. Version 0.13.0 by Aditya. npm package ada-agent.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links and invitation to try the tool.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400" b="1" dirty="0">
                <a:solidFill>
                  <a:srgbClr val="202124"/>
                </a:solidFill>
              </a:rPr>
              <a:t>ada: from-zero terminal coding agent</a:t>
            </a:r>
          </a:p>
        </p:txBody>
      </p:sp>
      <p:sp>
        <p:nvSpPr>
          <p:cNvPr id="3" name="Accent"/>
          <p:cNvSpPr/>
          <p:nvPr/>
        </p:nvSpPr>
        <p:spPr>
          <a:xfrm>
            <a:off x="5410200" y="3749040"/>
            <a:ext cx="13716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ubtitle"/>
          <p:cNvSpPr txBox="1"/>
          <p:nvPr/>
        </p:nvSpPr>
        <p:spPr>
          <a:xfrm>
            <a:off x="914400" y="3977640"/>
            <a:ext cx="103632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5F6368"/>
                </a:solidFill>
              </a:rPr>
              <a:t>A Cursor-style routing backend, ~285 skills, MCP connectors, and ask/plan/auto modes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What ada is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Terminal-first coding agent in the spirit of pi, Codex, and Cursor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Client talks only OpenAI Chat Completions wire format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Backend holds every provider key and routes/normalizes requests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New model = zero code; new OpenAI-compatible provider = two lines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TypeScript codebase, no build step, runs through tsx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Core architecture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Two processes: backend (ada-server) and client (ada)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Client auto-starts backend locally unless ADA_NO_AUTOSTART or ADA_BACKEND_URL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Backend routes by model id and normalizes provider responses to OpenAI format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One protocol for many providers (OpenAI, Anthropic, Google, Mistral, DeepSeek, Grok, Qwen, Groq, Together, OpenRouter, Ollama, Cloudflare)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Enterprise control plane optional: seats, policy, metering,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Client capabilities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Agentic loop: stream, call tools, feed results back, repeat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Tools: read/write/edit files, apply_patch, bash, ls, grep, glob, web_fetch, web_search, lsp_diagnostics, ask_user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Real PTY shell via node-pty; ANSI stripped from model view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Auto-format on write with project formatter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LSP diagnostics via ts/py/go/rust language servers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Two front-ends: readline REPL and inline TUI (--tui)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Permission modes &amp; slash commands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/ask — confirm each gated tool with plain-words prompt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/plan — read-only planning; /run to execute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/auto — run freely; destructive bash still confirms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--yolo starts in auto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Other commands: /model, /strategy, /todos, /undo, /snapshot, /restore, /jobs, /fork, /compact, /context, /cost, /image, /paste, /login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Skills system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~285 built-in skills across ~30 categories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Relevance-routed; auto-applied when match is clear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Progressive disclosure: only loaded when needed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Custom SKILL.md files in .ada/skills/ or ~/.ada/skills/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Remote skill install with `ada skill add &lt;url&gt;`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Connectors (MCP)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MCP servers extend tools to external systems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Catalog browse with `ada mcp`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Add with `ada mcp add &lt;name&gt;` (writes .ada/mcp.json)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Local stdio and remote HTTP servers supported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Tools surface as &lt;server&gt;__&lt;tool&gt;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Supported providers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OpenAI (gpt-*, o*)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Anthropic (claude-*)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Google Gemini (gemini-*, gemma-*)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Mistral, DeepSeek, xAI Grok, DashScope Qwen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Groq, Together, OpenRouter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Cloudflare Workers AI / AI Gateway (@cf/*)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Local Ollama (name:tag)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Model id prefixes/fields drive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Enterprise features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Per-user seat keys and org policy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Server-enforced model allowlist + tool rules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Per-user usage metering and audit log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OIDC SSO (Okta, Entra, Auth0, Keycloak, Google Workspace)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JIT seat provisioning, immediate offboarding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Docker / docker-compose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Developer &amp; benchmarking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npm run typecheck — tsc --noEmit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npm run selfcheck — offline harness tests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npm start / npm run server — run client/server from source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SWE-bench Verified runner: bench/swebench.mjs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Outputs official-format predictions.jsonl for scoring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Project layout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src/client/ — CLI, agent loop, tools, TUI, skills, checkpointing, sessions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src/server/ — routing backend, auth, providers, enterprise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src/worker/ — Cloudflare Worker variant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src/sdk/ — typed TypeScript SDK + SSE client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skills/ — built-in skills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docs/ — architecture, connectors, deploy, enterprise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bench/ — SWE-bench harness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20040"/>
            <a:ext cx="11094720" cy="8229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02124"/>
                </a:solidFill>
              </a:rPr>
              <a:t>Why ada stands out</a:t>
            </a:r>
          </a:p>
        </p:txBody>
      </p:sp>
      <p:sp>
        <p:nvSpPr>
          <p:cNvPr id="3" name="Accent"/>
          <p:cNvSpPr/>
          <p:nvPr/>
        </p:nvSpPr>
        <p:spPr>
          <a:xfrm>
            <a:off x="548640" y="1143000"/>
            <a:ext cx="1097280" cy="457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Body"/>
          <p:cNvSpPr txBox="1"/>
          <p:nvPr/>
        </p:nvSpPr>
        <p:spPr>
          <a:xfrm>
            <a:off x="548640" y="1463040"/>
            <a:ext cx="11094720" cy="493776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Single wire format hides provider fragmentation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Terminal-native with rich developer UX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Progressive skill disclosure keeps prompts lean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Ask/plan/auto modes match user trust level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Built-in context compaction, undo, snapshots, subagents</a:t>
            </a:r>
          </a:p>
          <a:p>
            <a:pPr marL="285750" indent="-285750" lvl="0">
              <a:spcBef>
                <a:spcPts val="600"/>
              </a:spcBef>
              <a:buFont typeface="Arial"/>
              <a:buChar char="•"/>
            </a:pPr>
            <a:r>
              <a:rPr lang="en-US" sz="1800" dirty="0">
                <a:solidFill>
                  <a:srgbClr val="3C4043"/>
                </a:solidFill>
              </a:rPr>
              <a:t>Self-hosted enterprise control plane with SSO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2286000"/>
            <a:ext cx="10363200" cy="1371600"/>
          </a:xfrm>
          <a:prstGeom prst="rect">
            <a:avLst/>
          </a:prstGeom>
        </p:spPr>
        <p:txBody>
          <a:bodyPr wrap="square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400" b="1" dirty="0">
                <a:solidFill>
                  <a:srgbClr val="202124"/>
                </a:solidFill>
              </a:rPr>
              <a:t>Thank you</a:t>
            </a:r>
          </a:p>
        </p:txBody>
      </p:sp>
      <p:sp>
        <p:nvSpPr>
          <p:cNvPr id="3" name="Accent"/>
          <p:cNvSpPr/>
          <p:nvPr/>
        </p:nvSpPr>
        <p:spPr>
          <a:xfrm>
            <a:off x="5410200" y="3749040"/>
            <a:ext cx="1371600" cy="548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Subtitle"/>
          <p:cNvSpPr txBox="1"/>
          <p:nvPr/>
        </p:nvSpPr>
        <p:spPr>
          <a:xfrm>
            <a:off x="914400" y="3977640"/>
            <a:ext cx="10363200" cy="9144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dirty="0">
                <a:solidFill>
                  <a:srgbClr val="5F6368"/>
                </a:solidFill>
              </a:rPr>
              <a:t>github.com/black141312/ada · npm install -g ada-agent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">
  <a:themeElements>
    <a:clrScheme name="a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da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a">
      <a: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bgFillStyleLst>
    </a:fmtScheme>
  </a:themeElements>
</a:theme>
</file>

<file path=ppt/theme/theme2.xml><?xml version="1.0" encoding="utf-8"?>
<a:theme xmlns:a="http://schemas.openxmlformats.org/drawingml/2006/main" name="ada-notes">
  <a:themeElements>
    <a:clrScheme name="a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da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a">
      <a: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90000"/>
          </a:schemeClr>
        </a:solidFill>
        <a:solidFill>
          <a:schemeClr val="phClr">
            <a:lumMod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ada</Application>
  <Slides>13</Slides>
</Properties>
</file>

<file path=docProps/core.xml><?xml version="1.0" encoding="utf-8"?>
<cp:coreProperties xmlns:cp="http://schemas.openxmlformats.org/package/2006/metadata/core-properties" xmlns:dc="http://purl.org/dc/elements/1.1/">
  <dc:title>ada Agent Project Overview</dc:title>
  <dc:creator>ada</dc:creator>
</cp:coreProperties>
</file>