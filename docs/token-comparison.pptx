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comparing token counts between Ada and Claude Code.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202124"/>
                </a:solidFill>
              </a:rPr>
              <a:t>Token Count Comparison</a:t>
            </a:r>
          </a:p>
        </p:txBody>
      </p:sp>
      <p:sp>
        <p:nvSpPr>
          <p:cNvPr id="3" name="Accent"/>
          <p:cNvSpPr/>
          <p:nvPr/>
        </p:nvSpPr>
        <p:spPr>
          <a:xfrm>
            <a:off x="5410200" y="3749040"/>
            <a:ext cx="13716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914400" y="3977640"/>
            <a:ext cx="103632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5F6368"/>
                </a:solidFill>
              </a:rPr>
              <a:t>Ada vs Claude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">
  <a:themeElements>
    <a:clrScheme name="a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d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a">
      <a: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ada-notes">
  <a:themeElements>
    <a:clrScheme name="a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d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a">
      <a: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ada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Token Comparison</dc:title>
  <dc:creator>ada</dc:creator>
</cp:coreProperties>
</file>